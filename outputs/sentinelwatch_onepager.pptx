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1C2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108960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164592"/>
            <a:ext cx="29443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ECC71"/>
                </a:solidFill>
              </a:rPr>
              <a:t>SentinelWatch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685800"/>
            <a:ext cx="2944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D6DD"/>
                </a:solidFill>
              </a:rPr>
              <a:t>Detección satelital de minería ilegal en la Amazonía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1078992"/>
            <a:ext cx="2779776" cy="228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" y="1261872"/>
            <a:ext cx="28895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39C12"/>
                </a:solidFill>
              </a:rPr>
              <a:t>77.4 %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" y="1609344"/>
            <a:ext cx="28895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6DD"/>
                </a:solidFill>
              </a:rPr>
              <a:t>tasa de detección
validación independiente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" y="2066544"/>
            <a:ext cx="28895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39C12"/>
                </a:solidFill>
              </a:rPr>
              <a:t>24 / 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" y="2414016"/>
            <a:ext cx="28895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6DD"/>
                </a:solidFill>
              </a:rPr>
              <a:t>dragas detectadas
vs ACCA/Mongabay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" y="2871216"/>
            <a:ext cx="28895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39C12"/>
                </a:solidFill>
              </a:rPr>
              <a:t>286 ha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" y="3218688"/>
            <a:ext cx="28895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6DD"/>
                </a:solidFill>
              </a:rPr>
              <a:t>área afectada detectada
Río Nanay, Perú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" y="3675888"/>
            <a:ext cx="28895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39C12"/>
                </a:solidFill>
              </a:rPr>
              <a:t>5 capas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" y="4023360"/>
            <a:ext cx="28895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6DD"/>
                </a:solidFill>
              </a:rPr>
              <a:t>verificación legal
áreas protegidas WDPA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4592" y="4526280"/>
            <a:ext cx="2779776" cy="228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" y="4626864"/>
            <a:ext cx="28895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39C12"/>
                </a:solidFill>
              </a:rPr>
              <a:t>Modelo Gaia v0.5.4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" y="4901184"/>
            <a:ext cx="288950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6DD"/>
                </a:solidFill>
              </a:rPr>
              <a:t>ViT-S/16 (SSL4EO-S12)
12 bandas Sentinel-2
Fine-tuning supervisado
Threshold calibrado en campo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" y="6236208"/>
            <a:ext cx="28895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CCD6DD"/>
                </a:solidFill>
              </a:rPr>
              <a:t>Google Earth Engine · PyTorch · FastAPI · GeoJSON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01168"/>
            <a:ext cx="8759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Vigilancia automatizada de la selva en tiempo real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658368"/>
            <a:ext cx="201168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804672"/>
            <a:ext cx="87599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6DD"/>
                </a:solidFill>
              </a:rPr>
              <a:t>SentinelWatch es un sistema de detección automatizada de deforestación y minería ilegal en la Amazonía. Compara imágenes satelitales Sentinel-1 y Sentinel-2 entre períodos de referencia y análisis, detecta pérdida de vegetación mediante NDVI, y clasifica cada alerta con un modelo de deep learning (Gaia) entrenado sobre datos reales de campo.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29000" y="1737360"/>
            <a:ext cx="8759952" cy="22860"/>
          </a:xfrm>
          <a:prstGeom prst="rect">
            <a:avLst/>
          </a:prstGeom>
          <a:solidFill>
            <a:srgbClr val="1C2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29000" y="1810512"/>
            <a:ext cx="8759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CD6DD"/>
                </a:solidFill>
              </a:rPr>
              <a:t>PIPELINE DE DETECCIÓN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29000" y="2139696"/>
            <a:ext cx="208026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29000" y="2231136"/>
            <a:ext cx="20802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01  Adquisición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2560320"/>
            <a:ext cx="20802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6DD"/>
                </a:solidFill>
              </a:rPr>
              <a:t>Google Earth Engine descarga mosaicos S1/S2 del período de referencia y análisis para la región de interés.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55564" y="2139696"/>
            <a:ext cx="208026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55564" y="2231136"/>
            <a:ext cx="20802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02  Detección NDVI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55564" y="2560320"/>
            <a:ext cx="20802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6DD"/>
                </a:solidFill>
              </a:rPr>
              <a:t>Compara índices de vegetación entre períodos. Los píxeles con caída ≥ umbral se vectorizan como polígonos de alerta.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8" y="2139696"/>
            <a:ext cx="208026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82128" y="2231136"/>
            <a:ext cx="20802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03  Clasificación 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82128" y="2560320"/>
            <a:ext cx="20802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6DD"/>
                </a:solidFill>
              </a:rPr>
              <a:t>Gaia v0.5.4 (ViT-S/16) infiere si cada chip es minería ilegal, agricultura o deforestación natural, con probabilidad de confianza.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108692" y="2139696"/>
            <a:ext cx="208026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08692" y="2231136"/>
            <a:ext cx="20802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04  Verificación legal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08692" y="2560320"/>
            <a:ext cx="20802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6DD"/>
                </a:solidFill>
              </a:rPr>
              <a:t>Cada alerta se cruza con 5 capas: WDPA, ANP, territorios indígenas, áreas de amortiguamiento y zonas de reserva forestal.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29000" y="3703320"/>
            <a:ext cx="8759952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29000" y="3785615"/>
            <a:ext cx="8759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CC71"/>
                </a:solidFill>
              </a:rPr>
              <a:t>VALIDACIÓN INDEPENDIENTE — RÍO NANAY, LORETO, PERÚ (JUNIO 2026)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29000" y="4078224"/>
            <a:ext cx="87599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6DD"/>
                </a:solidFill>
              </a:rPr>
              <a:t>SentinelWatch detectó de forma independiente 24 de 31 dragas documentadas por ACCA/Mongabay en julio 2024, alcanzando una tasa de detección del 77.4% sin acceso previo a los datos de referencia. Las 7 dragas no detectadas operan sobre espejo de agua (fuera del alcance de NDVI; mejora planificada: índice MNDWI). Período de análisis: junio–agosto 2023 vs junio–agosto 2024.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29000" y="4919472"/>
            <a:ext cx="8759952" cy="22860"/>
          </a:xfrm>
          <a:prstGeom prst="rect">
            <a:avLst/>
          </a:prstGeom>
          <a:solidFill>
            <a:srgbClr val="1C2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29000" y="4983480"/>
            <a:ext cx="394197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CD6DD"/>
                </a:solidFill>
              </a:rPr>
              <a:t>REGIONES ACTIVAS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29000" y="5239512"/>
            <a:ext cx="394197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Perú (Loreto, Madre de Dios)
Bolivia (Pando, Beni)
Colombia (Amazonas) · Brasil (Acre)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3776" y="4983480"/>
            <a:ext cx="455517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CD6DD"/>
                </a:solidFill>
              </a:rPr>
              <a:t>SALIDA &amp; API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3776" y="5239512"/>
            <a:ext cx="4555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GeoJSON geo-referenciado · FastAPI REST
Mapa web interactivo (index.html)
Alerta: coordenadas, confianza, estatus legal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C2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82880" y="6601968"/>
            <a:ext cx="731337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CCD6DD"/>
                </a:solidFill>
              </a:rPr>
              <a:t>SentinelWatch © 2026 — Sistema de monitoreo satelital de la Amazonía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57150" y="6601968"/>
            <a:ext cx="438802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 i="0">
                <a:solidFill>
                  <a:srgbClr val="CCD6DD"/>
                </a:solidFill>
              </a:rPr>
              <a:t>sentinel-1 · sentinel-2 · google earth engine · pytorch · ssl4eo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